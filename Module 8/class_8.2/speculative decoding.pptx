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8d5a660c5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8d5a660c5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572e8f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572e8f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5572e8fe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5572e8f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5572e8fe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5572e8fe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5572e8fe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5572e8f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5572e8fe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5572e8fe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572e8fe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572e8fe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5572e8fe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5572e8fe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xiv.org/abs/2211.17192" TargetMode="External"/><Relationship Id="rId4" Type="http://schemas.openxmlformats.org/officeDocument/2006/relationships/hyperlink" Target="https://arxiv.org/abs/2503.01840" TargetMode="External"/><Relationship Id="rId5" Type="http://schemas.openxmlformats.org/officeDocument/2006/relationships/hyperlink" Target="http://arxiv.org/pdf/2411.0497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Systems: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6"/>
              <a:t>Speculative Decoding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8.2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Speculative Decoding: Key idea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Autoregressive decode is slow and memory bound. Speculative decoding is an </a:t>
            </a:r>
            <a:r>
              <a:rPr i="1" lang="en"/>
              <a:t>inference trick</a:t>
            </a:r>
            <a:r>
              <a:rPr lang="en"/>
              <a:t> for reducing the number of expensive target-model decode iterations.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idea: </a:t>
            </a:r>
            <a:r>
              <a:rPr lang="en"/>
              <a:t>guess several future tokens cheaply using a </a:t>
            </a:r>
            <a:r>
              <a:rPr b="1" lang="en"/>
              <a:t>draft</a:t>
            </a:r>
            <a:r>
              <a:rPr lang="en"/>
              <a:t> mechanism, then ask the full model to </a:t>
            </a:r>
            <a:r>
              <a:rPr b="1" lang="en"/>
              <a:t>verify</a:t>
            </a:r>
            <a:r>
              <a:rPr lang="en"/>
              <a:t> them in one parallel pass.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Speculative decoding: Example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context: </a:t>
            </a:r>
            <a:r>
              <a:rPr i="1" lang="en"/>
              <a:t>The capital of france is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Draft: </a:t>
            </a:r>
            <a:r>
              <a:rPr i="1" lang="en"/>
              <a:t>Paris. It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Target model verifies all three tokens in parallel.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</a:t>
            </a:r>
            <a:r>
              <a:rPr i="1" lang="en"/>
              <a:t>Paris</a:t>
            </a:r>
            <a:r>
              <a:rPr lang="en"/>
              <a:t> acceptable after </a:t>
            </a:r>
            <a:r>
              <a:rPr i="1" lang="en"/>
              <a:t>The capital of france is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</a:t>
            </a:r>
            <a:r>
              <a:rPr i="1" lang="en"/>
              <a:t>.</a:t>
            </a:r>
            <a:r>
              <a:rPr lang="en"/>
              <a:t> acceptable after </a:t>
            </a:r>
            <a:r>
              <a:rPr i="1" lang="en"/>
              <a:t>The capital of france is paris 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</a:t>
            </a:r>
            <a:r>
              <a:rPr i="1" lang="en"/>
              <a:t>It</a:t>
            </a:r>
            <a:r>
              <a:rPr lang="en"/>
              <a:t> acceptable after </a:t>
            </a:r>
            <a:r>
              <a:rPr i="1" lang="en"/>
              <a:t>The capital of france is paris. 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all three tokens are accepted, decode moves forward by three tokens after one verification pass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Speculative Decoding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21212" l="11509" r="12271" t="16998"/>
          <a:stretch/>
        </p:blipFill>
        <p:spPr>
          <a:xfrm>
            <a:off x="1047550" y="1516875"/>
            <a:ext cx="6125676" cy="280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Speculative Decoding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But isn’t verifying 3 tokens the same as running decode 3 times?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No, because all 3 tokens can be processed in a single forward pass. This is more like prefill for a prefix of length 3.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Speculative decoding is </a:t>
            </a:r>
            <a:r>
              <a:rPr lang="en" sz="1400"/>
              <a:t>beneficial</a:t>
            </a:r>
            <a:r>
              <a:rPr lang="en" sz="1400"/>
              <a:t> if: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Cost(draft + verify k tokens) &lt; Cost(k separate decode steps)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Benefit depends on: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Number of draft tokens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Acceptance rate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Cost of draft mechanism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Target model size..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Accept/Reject logic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Greedy:</a:t>
            </a:r>
            <a:r>
              <a:rPr lang="en" sz="1600"/>
              <a:t> if the target model’s top choice matches the draft token, accept it.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Example 1: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Draft proposes: [Paris, ., It]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Target top tokens: [Paris, ., It]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Accept all three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Example 2: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Draft proposes: [Paris, is, beautiful]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Target top tokens: [Paris, ., It]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Accept/Reject logic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can also use non-greedy techniques, that preserves the exact target distribution..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Draft mechanisms	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Model-based: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Use a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smaller model</a:t>
            </a:r>
            <a:r>
              <a:rPr lang="en" sz="1600"/>
              <a:t> as a draft model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Medusa</a:t>
            </a:r>
            <a:r>
              <a:rPr lang="en" sz="1600"/>
              <a:t>: 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target model hidden states + lightweight speculative head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Maintain a confidence score of the draft sequence. Generate longer sequences of more predictable tokens and shorter sequences of more complex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Model-less:</a:t>
            </a:r>
            <a:endParaRPr sz="1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 u="sng">
                <a:solidFill>
                  <a:schemeClr val="hlink"/>
                </a:solidFill>
                <a:hlinkClick r:id="rId5"/>
              </a:rPr>
              <a:t>Suffix decoding:</a:t>
            </a:r>
            <a:r>
              <a:rPr lang="en" sz="1400"/>
              <a:t> Find useful suffix matches of varying length, often using a suffix tree or similar data structure built on </a:t>
            </a:r>
            <a:r>
              <a:rPr lang="en" sz="1400"/>
              <a:t>previously generations</a:t>
            </a:r>
            <a:r>
              <a:rPr lang="en" sz="1400"/>
              <a:t>, and use the observed continuations to build candidate speculative tokens.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Earlier: [X, Y, </a:t>
            </a:r>
            <a:r>
              <a:rPr b="1" lang="en"/>
              <a:t>C, D, E, F</a:t>
            </a:r>
            <a:r>
              <a:rPr lang="en"/>
              <a:t>, G, H]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Current: [A, B, </a:t>
            </a:r>
            <a:r>
              <a:rPr b="1" lang="en"/>
              <a:t>C, D, E, F</a:t>
            </a:r>
            <a:r>
              <a:rPr lang="en"/>
              <a:t>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Suffix tree may propose: G,H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